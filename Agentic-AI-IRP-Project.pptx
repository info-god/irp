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8603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19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2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94360"/>
            <a:ext cx="1371600" cy="13716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292" y="964692"/>
            <a:ext cx="630936" cy="63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· B.TECH INFORMATION TECHNOLOGY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Incident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Platform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48640" y="32461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i="1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LLM-driven agent that investigates cloud incidents automatically — and a human who always has the final word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548640" y="4069080"/>
            <a:ext cx="5760720" cy="384048"/>
          </a:xfrm>
          <a:prstGeom prst="roundRect">
            <a:avLst>
              <a:gd name="adj" fmla="val 19048"/>
            </a:avLst>
          </a:prstGeom>
          <a:solidFill>
            <a:srgbClr val="16295C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40690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paper: Recommending Root-Cause and Mitigation Steps For Cloud Incidents using LLM (Microsoft Research)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92240" y="4069080"/>
            <a:ext cx="4023360" cy="384048"/>
          </a:xfrm>
          <a:prstGeom prst="roundRect">
            <a:avLst>
              <a:gd name="adj" fmla="val 19048"/>
            </a:avLst>
          </a:prstGeom>
          <a:solidFill>
            <a:srgbClr val="16295C"/>
          </a:solidFill>
          <a:ln/>
        </p:spPr>
      </p:sp>
      <p:sp>
        <p:nvSpPr>
          <p:cNvPr id="10" name="Text 7"/>
          <p:cNvSpPr/>
          <p:nvPr/>
        </p:nvSpPr>
        <p:spPr>
          <a:xfrm>
            <a:off x="6492240" y="40690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semesters · 4 services · 14 build phases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5074920"/>
            <a:ext cx="10881360" cy="0"/>
          </a:xfrm>
          <a:prstGeom prst="line">
            <a:avLst/>
          </a:prstGeom>
          <a:noFill/>
          <a:ln w="12700">
            <a:solidFill>
              <a:srgbClr val="2A3A6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5349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Karunagaran V   ·   Dhanush R   ·   Sujeethan S   ·   Sivabaalan 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574243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 — Rajiv Gandhi College of Engineering and Technology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ABSTRACT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7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20840" cy="45262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37" y="2058497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560320"/>
            <a:ext cx="6080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incident response today relies on engineers manually correlating logs, errors, and deployments across services under time pressure. This project builds an Agentic AI Incident Response Platform: a Java SDK that auto-captures errors and latency from any Spring Boot app with zero code changes, a multi-tenant Spring Boot backend that stores every incident behind an append-only audit trail, a Python AI agent that autonomously calls tools to investigate an incident — pulling live telemetry and semantically searching uploaded runbooks — and proposes a root cause with cited evidence and a confidence score, and a React dashboard where a human explicitly approves or rejects that reasoning before anything is considered final. Built over two semesters as four independently-runnable services, later extended with event-driven automation, retrieval-augmented generation, and a real Slack integration.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498080" y="1600200"/>
            <a:ext cx="41605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0" y="170992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77240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services, one platform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98080" y="3172968"/>
            <a:ext cx="41605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72400" y="3282696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7772400" y="4041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phases across two semesters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498080" y="4745736"/>
            <a:ext cx="41605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772400" y="4855464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7772400" y="56144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tests, CI on every push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INTRODUCTION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7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97" y="1829897"/>
            <a:ext cx="235549" cy="2355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664208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Microservices, multiplied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07008" y="1947672"/>
            <a:ext cx="9948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backend is dozens of small services calling each other over the network, not one program.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24328"/>
            <a:ext cx="512064" cy="512064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897" y="2762585"/>
            <a:ext cx="235549" cy="23554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2596896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failure, many alarms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07008" y="2880360"/>
            <a:ext cx="9948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bug surfaces as a flood of scattered log lines and error events across several services.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55701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897" y="3695273"/>
            <a:ext cx="235549" cy="2355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7008" y="3529584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correlation, today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07008" y="3813048"/>
            <a:ext cx="9948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engineer opens five dashboards and guesses what changed — a deploy? a config? a dependency?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48970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897" y="4627961"/>
            <a:ext cx="235549" cy="23554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07008" y="4462272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 reason — if given tools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207008" y="4745736"/>
            <a:ext cx="9948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only reads a text summary can't check real logs; it needs to call tools to be useful.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542239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897" y="5560649"/>
            <a:ext cx="235549" cy="23554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07008" y="5394960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 has to stay human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1207008" y="5678424"/>
            <a:ext cx="9948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want AI to investigate, not to act unsupervised on production systems.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PROBLEM STATEMENT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7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We're Solving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663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11096"/>
            <a:ext cx="512064" cy="512064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29" y="2049353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7452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63040" y="219456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get paged for everything, so real incidents get lost in the noise.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989320" y="1691640"/>
            <a:ext cx="51663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45352" y="191109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609" y="2049353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187452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root-cause digging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903720" y="219456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opens five dashboards and correlates timestamps by hand.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154680"/>
            <a:ext cx="51663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374136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929" y="3512393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3375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MTTR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463040" y="365760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"something broke" and "we know why" directly costs money and trust.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989320" y="3154680"/>
            <a:ext cx="51663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45352" y="337413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3609" y="3512393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33375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903720" y="365760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made under pressure often go unrecorded — postmortems and compliance suffer.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617720"/>
            <a:ext cx="51663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837176"/>
            <a:ext cx="512064" cy="512064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929" y="4975433"/>
            <a:ext cx="235549" cy="2355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480060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unchecked AI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463040" y="512064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want AI to help investigate, not to act alone on production systems.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5989320" y="4617720"/>
            <a:ext cx="5166360" cy="1280160"/>
          </a:xfrm>
          <a:prstGeom prst="roundRect">
            <a:avLst>
              <a:gd name="adj" fmla="val 6429"/>
            </a:avLst>
          </a:prstGeom>
          <a:solidFill>
            <a:srgbClr val="0F1B3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6263640" y="478231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6263640" y="507492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take longer to resolve, and nobody fully trusts an AI to close the loop alone.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RELATED WORK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7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Base Paper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607040" cy="1600200"/>
          </a:xfrm>
          <a:prstGeom prst="roundRect">
            <a:avLst>
              <a:gd name="adj" fmla="val 5143"/>
            </a:avLst>
          </a:prstGeom>
          <a:solidFill>
            <a:srgbClr val="0F1B3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751" y="2073311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9281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"Recommending Root-Cause and Mitigation Steps for Cloud Incidents using Large Language Models"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00200" y="2606040"/>
            <a:ext cx="9281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Ahmed, Ghosh, Bansal, Zimmermann, Zhang, Rajmohan  —  ICSE 2023  ·  Microsoft Research &amp; UC Davis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520440"/>
            <a:ext cx="51663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86384" y="37216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" y="3845052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89888" y="366674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40,000+ incidents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389888" y="39776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production incidents studied from Microsoft's own systems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989320" y="3520440"/>
            <a:ext cx="51663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27064" y="37216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508" y="3845052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30568" y="366674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/ GPT-3.5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830568" y="39776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zero-shot, fine-tuned, and multi-task settings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892040"/>
            <a:ext cx="51663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86384" y="50932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28" y="5216652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89888" y="503834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+ lexical metrics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389888" y="53492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human evaluation carried out by real incident owners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989320" y="4892040"/>
            <a:ext cx="51663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227064" y="50932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508" y="5216652"/>
            <a:ext cx="210312" cy="2103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30568" y="503834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large-scale study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6830568" y="53492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LLMs can meaningfully assist on-call engineers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RESEARCH GAP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7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Base Paper Doesn't 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6636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847088"/>
            <a:ext cx="457200" cy="457200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1970532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79222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benchmark only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89888" y="210312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against historical text — never run as a live, deployed system.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89320" y="1645920"/>
            <a:ext cx="516636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27064" y="1847088"/>
            <a:ext cx="457200" cy="457200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508" y="1970532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30568" y="179222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Single-shot generation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830568" y="210312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 call per incident; no tool use, no fetching fresh evidence.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108960"/>
            <a:ext cx="516636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86384" y="3310128"/>
            <a:ext cx="457200" cy="457200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" y="3433572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89888" y="32552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retrieval grounding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389888" y="356616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aren't cited against runbooks or documentation.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989320" y="3108960"/>
            <a:ext cx="516636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27064" y="3310128"/>
            <a:ext cx="457200" cy="457200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508" y="3433572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30568" y="32552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enforced approval gate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830568" y="356616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judgment was a research metric, not a production safeguard.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572000"/>
            <a:ext cx="516636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86384" y="4773168"/>
            <a:ext cx="457200" cy="457200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" y="4896612"/>
            <a:ext cx="210312" cy="2103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89888" y="471830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ingestion story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389888" y="502920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incidents and telemetry already exist in a curated dataset.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989320" y="4572000"/>
            <a:ext cx="516636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27064" y="4773168"/>
            <a:ext cx="457200" cy="457200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0508" y="4896612"/>
            <a:ext cx="210312" cy="2103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30568" y="471830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Closed, fine-tuned model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830568" y="502920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fine-tuning is costly and hard to reproduce on a student budget.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OUR SOLUTION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7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Close Those Gaps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0607040" cy="4572001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in the base paper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this project closes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benchmark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live 4-service platform that investigates real, running incidents automatically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Single-shot generation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tool-calling agent loop — search_errors, search_logs, get_recent_deployments, search_runbooks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retrieval grounding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RAG: local embeddings + pgvector search over uploaded runbooks; confidence capped without a citation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enforced approval gate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Server-enforced approval — the AI's own API key structurally cannot hit the approve/reject endpoint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ingestion 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Java SDK that auto-captures exceptions &amp; latency from any Spring Boot app, zero code changes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Closed, fine-tuned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Free-tier, open-weight Groq Llama 3.3 70B — reproducible on a student budget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SYSTEM 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7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Four Services Talk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61288" y="1965960"/>
            <a:ext cx="21488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79676" y="20574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180844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532888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incident-sdk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75888" y="1965960"/>
            <a:ext cx="21488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494276" y="20574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180844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49040" y="2532888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irp-core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backend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190488" y="1965960"/>
            <a:ext cx="21488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008876" y="20574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2180844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63640" y="2532888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irp-ai-service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705088" y="1965960"/>
            <a:ext cx="2148840" cy="1051560"/>
          </a:xfrm>
          <a:prstGeom prst="roundRect">
            <a:avLst>
              <a:gd name="adj" fmla="val 7826"/>
            </a:avLst>
          </a:prstGeom>
          <a:solidFill>
            <a:srgbClr val="0F1B3D"/>
          </a:solidFill>
          <a:ln w="12700">
            <a:solidFill>
              <a:srgbClr val="065A82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523476" y="205740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6920" y="2180844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78240" y="2532888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3310128" y="2491740"/>
            <a:ext cx="365760" cy="9144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5824728" y="2491740"/>
            <a:ext cx="365760" cy="9144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8339328" y="2491740"/>
            <a:ext cx="365760" cy="9144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3" name="Text 17"/>
          <p:cNvSpPr/>
          <p:nvPr/>
        </p:nvSpPr>
        <p:spPr>
          <a:xfrm>
            <a:off x="2852928" y="3072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API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5367528" y="3072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auto-trigger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882128" y="3072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3675888" y="4251960"/>
            <a:ext cx="21488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494276" y="4343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4466844"/>
            <a:ext cx="210312" cy="21031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749040" y="4818888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7059168" y="4251960"/>
            <a:ext cx="21488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877556" y="4343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4466844"/>
            <a:ext cx="210312" cy="21031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132320" y="4818888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 approval)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4750308" y="3017520"/>
            <a:ext cx="9144" cy="123444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35" name="Text 27"/>
          <p:cNvSpPr/>
          <p:nvPr/>
        </p:nvSpPr>
        <p:spPr>
          <a:xfrm>
            <a:off x="2670048" y="34884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review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5824728" y="4777740"/>
            <a:ext cx="1234440" cy="9144"/>
          </a:xfrm>
          <a:prstGeom prst="line">
            <a:avLst/>
          </a:prstGeom>
          <a:noFill/>
          <a:ln w="22225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37" name="Text 29"/>
          <p:cNvSpPr/>
          <p:nvPr/>
        </p:nvSpPr>
        <p:spPr>
          <a:xfrm>
            <a:off x="5870448" y="39776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approval (async)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548640" y="55778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down AI service can never block incident creation; an unreachable Slack webhook can never fail an approval — both hops are async, after-commit events.</a:t>
            </a:r>
            <a:endParaRPr lang="en-US" sz="1150" dirty="0"/>
          </a:p>
        </p:txBody>
      </p:sp>
      <p:sp>
        <p:nvSpPr>
          <p:cNvPr id="39" name="Text 31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TECH STACK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7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It's Built With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66360" cy="941832"/>
          </a:xfrm>
          <a:prstGeom prst="roundRect">
            <a:avLst>
              <a:gd name="adj" fmla="val 87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6080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065" y="1999061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7556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89888" y="204825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21, Spring Boot 3.3, Spring Security, Spring Data JPA, Flyway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89320" y="1645920"/>
            <a:ext cx="5166360" cy="941832"/>
          </a:xfrm>
          <a:prstGeom prst="roundRect">
            <a:avLst>
              <a:gd name="adj" fmla="val 87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90488" y="186080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745" y="1999061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30568" y="175564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830568" y="204825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TypeScript, Vite, Tailwind CSS, TanStack Query, Recharts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2724912"/>
            <a:ext cx="5166360" cy="941832"/>
          </a:xfrm>
          <a:prstGeom prst="roundRect">
            <a:avLst>
              <a:gd name="adj" fmla="val 87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2939796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065" y="3078053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89888" y="28346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389888" y="312724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pgvector (HNSW index for runbook search)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989320" y="2724912"/>
            <a:ext cx="5166360" cy="941832"/>
          </a:xfrm>
          <a:prstGeom prst="roundRect">
            <a:avLst>
              <a:gd name="adj" fmla="val 87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190488" y="2939796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745" y="3078053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30568" y="28346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830568" y="312724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(Llama 3.3 70B, tool calling), sentence-transformers (local embeddings)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803904"/>
            <a:ext cx="5166360" cy="941832"/>
          </a:xfrm>
          <a:prstGeom prst="roundRect">
            <a:avLst>
              <a:gd name="adj" fmla="val 87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401878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065" y="4157045"/>
            <a:ext cx="235549" cy="2355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89888" y="39136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389888" y="42062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Java 21 core (zero Spring dependency) + Spring Boot auto-configuration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989320" y="3803904"/>
            <a:ext cx="5166360" cy="941832"/>
          </a:xfrm>
          <a:prstGeom prst="roundRect">
            <a:avLst>
              <a:gd name="adj" fmla="val 87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90488" y="401878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8745" y="4157045"/>
            <a:ext cx="235549" cy="23554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30568" y="39136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830568" y="42062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5, Mockito, AssertJ, Testcontainers, pytest, respx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48640" y="4882896"/>
            <a:ext cx="5166360" cy="941832"/>
          </a:xfrm>
          <a:prstGeom prst="roundRect">
            <a:avLst>
              <a:gd name="adj" fmla="val 87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49808" y="509778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8065" y="5236037"/>
            <a:ext cx="235549" cy="235549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389888" y="499262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1389888" y="528523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— 4 parallel jobs on every push and PR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5989320" y="4882896"/>
            <a:ext cx="5166360" cy="941832"/>
          </a:xfrm>
          <a:prstGeom prst="roundRect">
            <a:avLst>
              <a:gd name="adj" fmla="val 8738"/>
            </a:avLst>
          </a:prstGeom>
          <a:solidFill>
            <a:srgbClr val="0F1B3D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40" name="Text 31"/>
          <p:cNvSpPr/>
          <p:nvPr/>
        </p:nvSpPr>
        <p:spPr>
          <a:xfrm>
            <a:off x="6263640" y="5020056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70+ tests · 4 parallel CI jobs · mocked AI suite runs in ~6s</a:t>
            </a:r>
            <a:endParaRPr lang="en-US" sz="1300" dirty="0"/>
          </a:p>
        </p:txBody>
      </p:sp>
      <p:sp>
        <p:nvSpPr>
          <p:cNvPr id="41" name="Text 32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PROJECT ROADMAP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Semesters, One Platform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709160" cy="3566160"/>
          </a:xfrm>
          <a:prstGeom prst="roundRect">
            <a:avLst>
              <a:gd name="adj" fmla="val 2308"/>
            </a:avLst>
          </a:prstGeom>
          <a:solidFill>
            <a:srgbClr val="16295C"/>
          </a:solidFill>
          <a:ln w="12700">
            <a:solidFill>
              <a:srgbClr val="2A3A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402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222" y="2413102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331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7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737360" y="2606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Build the Core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14400" y="342900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independently-runnable services stood up from zero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SDK, AI reasoning loop, dashboard UI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a live running instance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949440" y="1874520"/>
            <a:ext cx="4709160" cy="3566160"/>
          </a:xfrm>
          <a:prstGeom prst="roundRect">
            <a:avLst>
              <a:gd name="adj" fmla="val 2308"/>
            </a:avLst>
          </a:prstGeom>
          <a:solidFill>
            <a:srgbClr val="16295C"/>
          </a:solidFill>
          <a:ln w="12700">
            <a:solidFill>
              <a:srgbClr val="2A3A6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0" y="2240280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022" y="2413102"/>
            <a:ext cx="294437" cy="29443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38160" y="2331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8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138160" y="2606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Make It Real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7315200" y="342900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enhancement phases across the same 4 services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Automation, real RAG, trust, and delivery hardening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independently committed &amp; verified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40680" y="3337560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3502" y="3510382"/>
            <a:ext cx="294437" cy="29443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was independently committed and verified against a running instance — not unit-tested in isolation only.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SEMESTER 7 · PHASE 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7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Core Products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663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4767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031" y="2100743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928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irp-core (Backend)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297680" y="1911096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260604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system of record: auth, tenancy, ingestion, incidents, audit log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89320" y="1691640"/>
            <a:ext cx="51663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2" name="Shape 9"/>
          <p:cNvSpPr/>
          <p:nvPr/>
        </p:nvSpPr>
        <p:spPr>
          <a:xfrm>
            <a:off x="6263640" y="194767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6711" y="2100743"/>
            <a:ext cx="260787" cy="2607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95160" y="18928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incident-sdk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9738360" y="1911096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263640" y="260604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Zero-code Java SDK: automatic exception + latency capture for any Spring Boot app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3611880"/>
            <a:ext cx="51663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386791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031" y="4020983"/>
            <a:ext cx="260787" cy="26078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54480" y="38130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irp-ai-service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4297680" y="3831336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22960" y="45262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agent against Groq; reasoning loop real, RAG still a stub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989320" y="3611880"/>
            <a:ext cx="51663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263640" y="386791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6711" y="4020983"/>
            <a:ext cx="260787" cy="26078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95160" y="38130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9738360" y="3831336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6263640" y="45262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10-page React UI; incidents/audit/API-keys real, rest on mock data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548640" y="55321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snapshot at the end of Semester 7 — addressed head-on in Semester 8 (see Phase 2).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SEMESTER 7 · PHASE 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7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Delivered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527091"/>
              </p:ext>
            </p:extLst>
          </p:nvPr>
        </p:nvGraphicFramePr>
        <p:xfrm>
          <a:off x="548640" y="1600200"/>
          <a:ext cx="10607040" cy="500684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 delivered in Semester 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irp-core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Register/login + JWT issuing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Multi-tenant orgs &amp; projects + API keys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 APIs: logs, errors, deployments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CRUD + timeline + audit log</a:t>
                      </a:r>
                      <a:endParaRPr lang="en-US" sz="1200" dirty="0"/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incident-sdk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captureException / trackEvent / markDeployment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exception + latency capture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batching client with retry + backoff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tests incl. a real HTTP wire-format test</a:t>
                      </a:r>
                      <a:endParaRPr lang="en-US" sz="1200" dirty="0"/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irp-ai-service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Tool-calling loop against Groq Llama 3.3 70B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tools: errors, logs, deployments, runbooks, post-result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Guardrails: redaction + confidence capping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Manually triggered via one HTTP route</a:t>
                      </a:r>
                      <a:endParaRPr lang="en-US" sz="1200" dirty="0"/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pages: incidents, detail, audit log, settings…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API-key management, incidents, audit log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Approve/reject panel for AI suggestions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Mock/real data switch via one env flag</a:t>
                      </a:r>
                      <a:endParaRPr lang="en-US" sz="1200" dirty="0"/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— SEMESTER 8 · PHASE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7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Enhancements, Four Themes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663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91109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41" y="2049353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476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Intelligence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404872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auto-trigger on incident creation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RAG pipeline — local embeddings + pgvector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grouping dedupes repeat errors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89320" y="1691640"/>
            <a:ext cx="51663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27064" y="191109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321" y="2049353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0" y="19476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Transparency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263640" y="2404872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execution trace — every tool call persisted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 hardening — fixed a real cross-org leak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51663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86384" y="392277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641" y="4061033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9593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Delivery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4416552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34-test AI service suite added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 across all 4 modules, in parallel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989320" y="3703320"/>
            <a:ext cx="51663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27064" y="392277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5321" y="4061033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0" y="39593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Reach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263640" y="4416552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Slack integration on approval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Backend-real Related Signals + AI Copilot queue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mobile dashboard navigation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— SEMESTER 8 · PHASE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7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Changed, Per Product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548530"/>
              </p:ext>
            </p:extLst>
          </p:nvPr>
        </p:nvGraphicFramePr>
        <p:xfrm>
          <a:off x="548640" y="1600200"/>
          <a:ext cx="10607040" cy="474929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Semester 8 added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irp-core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Auto-triggers AI investigation on incident creation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AlertGroupingJob: 5+ identical errors/10min → one incident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 isolation hardening — closed a real cross-org leak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 Signals now backend-real</a:t>
                      </a:r>
                      <a:endParaRPr lang="en-US" sz="1200" dirty="0"/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irp-ai-service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RAG: local embeddings + pgvector HNSW search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agent_runs / agent_steps persisted — full trace, not just the answer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34-test pytest suite, ~6s, no API keys needed</a:t>
                      </a:r>
                      <a:endParaRPr lang="en-US" sz="1200" dirty="0"/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Trace tab — every tool call visible in order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Copilot queue backed by a real project-wide endpoint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Responsive mobile navigation</a:t>
                      </a:r>
                      <a:endParaRPr lang="en-US" sz="1200" dirty="0"/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integrations &amp; CI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Slack incoming-webhook notification on approval</a:t>
                      </a:r>
                      <a:endParaRPr lang="en-US" sz="1200" dirty="0"/>
                    </a:p>
                    <a:p>
                      <a:pPr marL="177800" indent="-177800">
                        <a:spcAft>
                          <a:spcPts val="300"/>
                        </a:spcAft>
                        <a:buSzPct val="100000"/>
                        <a:buChar char="•"/>
                      </a:pPr>
                      <a:r>
                        <a:rPr lang="en-US" sz="115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Actions: all 4 modules tested in parallel on every push/PR</a:t>
                      </a:r>
                      <a:endParaRPr lang="en-US" sz="1200" dirty="0"/>
                    </a:p>
                  </a:txBody>
                  <a:tcPr marL="127000" marR="127000" marT="101600" marB="10160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— BASE PAPER VS. OUR PLATFORM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7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vs. System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0607040" cy="48463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8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Paper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Platform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benchmark study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Live, deployed 4-service 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incident title/summary 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logs, errors &amp; deployments via SDK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LLM call (zero-shot / fine-tuned)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Multi-step tool-calling agent loop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generation only, no citations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over uploaded runbooks + confidence guardrail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oversight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Post-hoc human rating (for evaluation)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Structural, server-enforced approval 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Closed, fine-tuned GPT-3 / GPT-3.5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Free-tier, open-weight Groq Llama 3.3 70B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applicable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agent execution trace + append-only audit 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— dataset already has incidents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Automatic: alert grouping + event-driven 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— FUTURE WORK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72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We'd Build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97" y="1829897"/>
            <a:ext cx="235549" cy="2355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664208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role-based authorization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07008" y="1947672"/>
            <a:ext cx="9948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check the OWNER/ADMIN/MEMBER role the JWT already carries.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62432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897" y="2762585"/>
            <a:ext cx="235549" cy="23554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2596896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OAuth integrations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07008" y="2880360"/>
            <a:ext cx="9948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PagerDuty, GitHub, and Jira — beyond the one working Slack integration.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557016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897" y="3695273"/>
            <a:ext cx="235549" cy="2355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7008" y="3529584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automation/rules engine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07008" y="3813048"/>
            <a:ext cx="9948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persisted, executable rules table — not just the Automations page's mock cards.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489704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897" y="4627961"/>
            <a:ext cx="235549" cy="23554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07008" y="4462272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AI evaluation set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207008" y="4745736"/>
            <a:ext cx="9948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root-cause accuracy over time, not just spot-check it.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542239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897" y="5560649"/>
            <a:ext cx="235549" cy="23554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07008" y="5394960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1207008" y="5678424"/>
            <a:ext cx="9948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all four services behind a real domain with managed Postgres.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11430000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1051560"/>
            <a:ext cx="1371600" cy="13716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580" y="1421892"/>
            <a:ext cx="630936" cy="63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743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48640" y="3611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3355848" y="4480560"/>
            <a:ext cx="5486400" cy="0"/>
          </a:xfrm>
          <a:prstGeom prst="line">
            <a:avLst/>
          </a:prstGeom>
          <a:noFill/>
          <a:ln w="12700">
            <a:solidFill>
              <a:srgbClr val="2A3A6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709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Karunagaran V   ·   Dhanush R   ·   Sujeethan S   ·   Sivabaalan 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510235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 — Rajiv Gandhi College of Engineering and Technology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3093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paper: Ahmed et al., "Recommending Root-Cause and Mitigation Steps for Cloud Incidents using Large Language Models," ICSE 2023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1846</Words>
  <Application>Microsoft Office PowerPoint</Application>
  <PresentationFormat>Widescreen</PresentationFormat>
  <Paragraphs>285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Incident Response Platform</dc:title>
  <dc:subject>PptxGenJS Presentation</dc:subject>
  <dc:creator>Karunagaran V, Dhanush R, Sujeethan S, Sivabaalan S</dc:creator>
  <cp:lastModifiedBy>Karunagaran V</cp:lastModifiedBy>
  <cp:revision>3</cp:revision>
  <dcterms:created xsi:type="dcterms:W3CDTF">2026-07-21T07:20:18Z</dcterms:created>
  <dcterms:modified xsi:type="dcterms:W3CDTF">2026-07-21T10:05:34Z</dcterms:modified>
</cp:coreProperties>
</file>