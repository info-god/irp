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2" r:id="rId5"/>
    <p:sldId id="260" r:id="rId6"/>
    <p:sldId id="274" r:id="rId7"/>
    <p:sldId id="26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603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9436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292" y="964692"/>
            <a:ext cx="630936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· B.TECH INFORMATION TECHNOLOGY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Incident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Platform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32461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LLM-driven agent that investigates cloud incidents automatically — and a human who always has the final word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5760720" cy="384048"/>
          </a:xfrm>
          <a:prstGeom prst="roundRect">
            <a:avLst>
              <a:gd name="adj" fmla="val 19048"/>
            </a:avLst>
          </a:prstGeom>
          <a:solidFill>
            <a:srgbClr val="16295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0690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Recommending Root-Cause and Mitigation Steps For Cloud Incidents using LLM (Microsoft Research)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406908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16295C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4069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semesters · 4 services · 14 build phases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074920"/>
            <a:ext cx="10881360" cy="0"/>
          </a:xfrm>
          <a:prstGeom prst="line">
            <a:avLst/>
          </a:prstGeom>
          <a:noFill/>
          <a:ln w="12700">
            <a:solidFill>
              <a:srgbClr val="2A3A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Karunagaran V   ·   Dhanush R   ·   Sujeethan S   ·   Sivabaalan 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57424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— Rajiv Gandhi College of Engineering and Technology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318EC1-3BC6-C3E1-2E36-88CAEEFFD68C}"/>
              </a:ext>
            </a:extLst>
          </p:cNvPr>
          <p:cNvSpPr txBox="1"/>
          <p:nvPr/>
        </p:nvSpPr>
        <p:spPr>
          <a:xfrm>
            <a:off x="464199" y="6143202"/>
            <a:ext cx="609755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Project Review - 1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ABSTRACT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2084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" y="205849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60320"/>
            <a:ext cx="6080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incident response today relies on engineers manually correlating logs, errors, and deployments across services under time pressure. This project builds an Agentic AI Incident Response Platform: a Java SDK that auto-captures errors and latency from any Spring Boot app with zero code changes, a multi-tenant Spring Boot backend that stores every incident behind an append-only audit trail, a Python AI agent that autonomously calls tools to investigate an incident — pulling live telemetry and semantically searching uploaded runbooks — and proposes a root cause with cited evidence and a confidence score, and a React dashboard where a human explicitly approves or rejects that reasoning before anything is considered final. Built over two semesters as four independently-runnable services, later extended with event-driven automation, retrieval-augmented generation, and a real Slack integration.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0" y="160020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0" y="17099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services, one platform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3172968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0" y="328269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77240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 across two semesters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4745736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0" y="485546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7772400" y="56144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CI on every push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EXISTING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11096"/>
            <a:ext cx="512064" cy="51206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29" y="2049353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2194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get paged for everything, so real incidents get lost in the noise.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45352" y="19110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609" y="204935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874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root-cause digging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03720" y="2194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opens five dashboards and correlates timestamps by hand.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7413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29" y="351239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37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MTTR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63040" y="36576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"something broke" and "we know why" directly costs money and trust.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89320" y="315468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45352" y="33741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609" y="351239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337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903720" y="36576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made under pressure often go unrecorded — postmortems and compliance suffer.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837176"/>
            <a:ext cx="512064" cy="51206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29" y="4975433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8006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unchecked AI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63040" y="51206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want AI to help investigate, not to act alone on production systems.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989320" y="461772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263640" y="47823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263640" y="50749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take longer to resolve, and nobody fully trusts an AI to close the loop alone.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PROPOSED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607040" cy="4572001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in Existing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Proposed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benchmark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 4-service platform that investigates real, running incidents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Single-shot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tool-calling agent loop — search_errors, search_logs, get_recent_deployments, search_runbooks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retrieval grounding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RAG: local embeddings + pgvector search over uploaded runbooks; confidence capped without a citation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enforced approval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Server-enforced approval — the AI's own API key structurally cannot hit the approve/reject 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ingestion 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Java SDK that auto-captures exceptions &amp; latency from any Spring Boot app, zero code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Closed, fine-tuned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Free-tier, open-weight Groq Llama 3.3 70B — reproducible on a student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BASE PAPER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 — 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607040" cy="1600200"/>
          </a:xfrm>
          <a:prstGeom prst="roundRect">
            <a:avLst>
              <a:gd name="adj" fmla="val 5143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51" y="207331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928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"Recommending Root-Cause and Mitigation Steps for Cloud Incidents using Large Language Models"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606040"/>
            <a:ext cx="928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Ahmed, Ghosh, Bansal, Zimmermann, Zhang, Rajmohan  —  ICSE 2023  ·  Microsoft Research &amp; UC Davis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7216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8450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36667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40,000+ incidents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389888" y="39776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incidents studied from Microsoft's own systems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35204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27064" y="37216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08" y="384505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0568" y="36667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/ GPT-3.5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830568" y="39776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zero-shot, fine-tuned, and multi-task settings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8920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5093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521665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50383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lexical metrics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89888" y="53492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human evaluation carried out by real incident owners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89320" y="48920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27064" y="5093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508" y="5216652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30568" y="50383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large-scale study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830568" y="53492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LLMs can meaningfully assist on-call engineers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DOMAIN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7" y="182989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66420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&amp; Distributed Systems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947672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itself is a distributed, multi-service cloud backend spanning four independent services.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12064" cy="51206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" y="2762585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596896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Systems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880360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Tool-calling, retrieval-augmented reasoning, and autonomous multi-step investigation.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97" y="369527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5295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&amp; Site Reliability Engineering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81304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domain: automating incident detection, correlation, and root-cause analysis.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97" y="4627961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462272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LLMs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07008" y="4745736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reasons over real telemetry, tool outputs, and retrieved evidence.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4223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97" y="5560649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539496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Responsible, Human-in-the-Loop AI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07008" y="5678424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 human approval keeps AI oversight structural, not optional.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WHAT WE USE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Use In This Domain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6080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65" y="1999061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556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89888" y="20482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21, Spring Boot 3.3, Spring Security, Spring Data JPA, Flyway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1645920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90488" y="186080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745" y="1999061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30568" y="17556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30568" y="20482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Vite, Tailwind CSS, TanStack Query, Recharts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724912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293979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65" y="307805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2834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89888" y="31272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 (HNSW index for runbook search)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89320" y="2724912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90488" y="293979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745" y="307805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30568" y="2834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30568" y="31272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70B, tool calling), sentence-transformers (local embeddings)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03904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0187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065" y="4157045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39136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89888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 21 core (zero Spring dependency) + Spring Boot auto-configuration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989320" y="3803904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40187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8745" y="4157045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30568" y="39136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30568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5, Mockito, AssertJ, Testcontainers, pytest, respx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882896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0977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065" y="5236037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89888" y="49926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389888" y="5285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989320" y="4882896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6263640" y="502005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Karunagaran V  ·  Dhanush R  ·  Sujeethan S  ·  Sivabaalan S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796</Words>
  <Application>Microsoft Office PowerPoint</Application>
  <PresentationFormat>Widescreen</PresentationFormat>
  <Paragraphs>102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Incident Response Platform</dc:title>
  <dc:subject>PptxGenJS Presentation</dc:subject>
  <dc:creator>Karunagaran V, Dhanush R, Sujeethan S, Sivabaalan S</dc:creator>
  <cp:lastModifiedBy>Karunagaran V</cp:lastModifiedBy>
  <cp:revision>4</cp:revision>
  <dcterms:created xsi:type="dcterms:W3CDTF">2026-07-21T07:20:18Z</dcterms:created>
  <dcterms:modified xsi:type="dcterms:W3CDTF">2026-08-04T14:43:27Z</dcterms:modified>
</cp:coreProperties>
</file>